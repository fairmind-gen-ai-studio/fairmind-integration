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79302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55489"/>
            <a:ext cx="9144000" cy="0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3901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Ecosystem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7950" y="1396752"/>
            <a:ext cx="3937099" cy="1164431"/>
          </a:xfrm>
          <a:prstGeom prst="roundRect">
            <a:avLst>
              <a:gd name="adj" fmla="val 8725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1396752"/>
            <a:ext cx="0" cy="1164431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7975" y="1549152"/>
            <a:ext cx="365636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Agents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7975" y="1844427"/>
            <a:ext cx="3584674" cy="53905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283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Engineer, Backend Engineer, Frontend Engineer</a:t>
            </a:r>
            <a:endParaRPr lang="en-US" sz="950" dirty="0"/>
          </a:p>
          <a:p>
            <a:pPr algn="l" marL="114300" indent="-114300">
              <a:lnSpc>
                <a:spcPts val="1283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features following Fairmind plans</a:t>
            </a:r>
            <a:endParaRPr lang="en-US" sz="950" dirty="0"/>
          </a:p>
          <a:p>
            <a:pPr algn="l" marL="114300" indent="-114300">
              <a:lnSpc>
                <a:spcPts val="1283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get_task, get_user_story, Code tools, RAG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7950" y="2713583"/>
            <a:ext cx="3937099" cy="1164431"/>
          </a:xfrm>
          <a:prstGeom prst="roundRect">
            <a:avLst>
              <a:gd name="adj" fmla="val 8725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31763" y="2713583"/>
            <a:ext cx="0" cy="1164431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7975" y="2865983"/>
            <a:ext cx="365636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Agents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7975" y="3161258"/>
            <a:ext cx="3584674" cy="53905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283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Engineer, Code Reviewer, Cybersecurity Engineer</a:t>
            </a:r>
            <a:endParaRPr lang="en-US" sz="950" dirty="0"/>
          </a:p>
          <a:p>
            <a:pPr algn="l" marL="114300" indent="-114300">
              <a:lnSpc>
                <a:spcPts val="1283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Post-development quality gates</a:t>
            </a:r>
            <a:endParaRPr lang="en-US" sz="950" dirty="0"/>
          </a:p>
          <a:p>
            <a:pPr algn="l" marL="114300" indent="-114300">
              <a:lnSpc>
                <a:spcPts val="1283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Three-layer verification: plan → journal → code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98950" y="1396752"/>
            <a:ext cx="3937099" cy="1164431"/>
          </a:xfrm>
          <a:prstGeom prst="roundRect">
            <a:avLst>
              <a:gd name="adj" fmla="val 8725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22763" y="1396752"/>
            <a:ext cx="0" cy="1164431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8975" y="1549152"/>
            <a:ext cx="365636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 Agents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98975" y="1844427"/>
            <a:ext cx="3584674" cy="53905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283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Detective, Issue Fixers, Analyzers</a:t>
            </a:r>
            <a:endParaRPr lang="en-US" sz="950" dirty="0"/>
          </a:p>
          <a:p>
            <a:pPr algn="l" marL="114300" indent="-114300">
              <a:lnSpc>
                <a:spcPts val="1283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support with lightweight integration</a:t>
            </a:r>
            <a:endParaRPr lang="en-US" sz="950" dirty="0"/>
          </a:p>
          <a:p>
            <a:pPr algn="l" marL="114300" indent="-114300">
              <a:lnSpc>
                <a:spcPts val="1283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fixes and analysis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98950" y="2713583"/>
            <a:ext cx="3937099" cy="1352550"/>
          </a:xfrm>
          <a:prstGeom prst="roundRect">
            <a:avLst>
              <a:gd name="adj" fmla="val 7512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22763" y="2713583"/>
            <a:ext cx="0" cy="1352550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8975" y="2865983"/>
            <a:ext cx="365636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Agent (Atlas)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98975" y="3161258"/>
            <a:ext cx="3584674" cy="72717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283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Lead / Software Architect</a:t>
            </a:r>
            <a:endParaRPr lang="en-US" sz="950" dirty="0"/>
          </a:p>
          <a:p>
            <a:pPr algn="l" marL="114300" indent="-114300">
              <a:lnSpc>
                <a:spcPts val="1283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Adapts Fairmind plans for specialized agents</a:t>
            </a:r>
            <a:endParaRPr lang="en-US" sz="950" dirty="0"/>
          </a:p>
          <a:p>
            <a:pPr algn="l" marL="114300" indent="-114300">
              <a:lnSpc>
                <a:spcPts val="1283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Delegates work, coordinates validation</a:t>
            </a:r>
            <a:endParaRPr lang="en-US" sz="950" dirty="0"/>
          </a:p>
          <a:p>
            <a:pPr algn="l" marL="114300" indent="-114300">
              <a:lnSpc>
                <a:spcPts val="1283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ALL 40 Fairmind MCP tools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79302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55489"/>
            <a:ext cx="9144000" cy="0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3901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Skills Framework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7950" y="1358652"/>
            <a:ext cx="2582317" cy="2073176"/>
          </a:xfrm>
          <a:prstGeom prst="roundRect">
            <a:avLst>
              <a:gd name="adj" fmla="val 4901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1358652"/>
            <a:ext cx="0" cy="2073176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3276" y="1536353"/>
            <a:ext cx="222287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fairmind-context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3276" y="1850678"/>
            <a:ext cx="2222876" cy="313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Foundation: Gathers comprehensive context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3276" y="2240607"/>
            <a:ext cx="2179290" cy="64472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17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and session identification</a:t>
            </a:r>
            <a:endParaRPr lang="en-US" sz="900" dirty="0"/>
          </a:p>
          <a:p>
            <a:pPr algn="l" marL="114300" indent="-114300">
              <a:lnSpc>
                <a:spcPts val="117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plan, user story, requirements</a:t>
            </a:r>
            <a:endParaRPr lang="en-US" sz="900" dirty="0"/>
          </a:p>
          <a:p>
            <a:pPr algn="l" marL="114300" indent="-114300">
              <a:lnSpc>
                <a:spcPts val="117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expectations and RAG documentation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3276" y="2961531"/>
            <a:ext cx="2179290" cy="292596"/>
          </a:xfrm>
          <a:prstGeom prst="roundRect">
            <a:avLst>
              <a:gd name="adj" fmla="val 17362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60227" y="3037731"/>
            <a:ext cx="1963897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by all other skills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80767" y="1358652"/>
            <a:ext cx="2582317" cy="1941612"/>
          </a:xfrm>
          <a:prstGeom prst="roundRect">
            <a:avLst>
              <a:gd name="adj" fmla="val 5233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304580" y="1358652"/>
            <a:ext cx="0" cy="1941612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6093" y="1536353"/>
            <a:ext cx="222287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fairmind-tdd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06093" y="1850678"/>
            <a:ext cx="2222876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Development: TDD aligned with criteria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06093" y="2083743"/>
            <a:ext cx="2179290" cy="67002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17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RED: Write test from Fairmind criteria</a:t>
            </a:r>
            <a:endParaRPr lang="en-US" sz="900" dirty="0"/>
          </a:p>
          <a:p>
            <a:pPr algn="l" marL="114300" indent="-114300">
              <a:lnSpc>
                <a:spcPts val="117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GREEN: Implement following plan</a:t>
            </a:r>
            <a:endParaRPr lang="en-US" sz="900" dirty="0"/>
          </a:p>
          <a:p>
            <a:pPr algn="l" marL="114300" indent="-114300">
              <a:lnSpc>
                <a:spcPts val="117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REFACTOR: Clean code</a:t>
            </a:r>
            <a:endParaRPr lang="en-US" sz="900" dirty="0"/>
          </a:p>
          <a:p>
            <a:pPr algn="l" marL="114300" indent="-114300">
              <a:lnSpc>
                <a:spcPts val="117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DOCUMENT: Update journal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06093" y="2829967"/>
            <a:ext cx="2179290" cy="292596"/>
          </a:xfrm>
          <a:prstGeom prst="roundRect">
            <a:avLst>
              <a:gd name="adj" fmla="val 17362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633043" y="2906167"/>
            <a:ext cx="1963897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Requires: fairmind-context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53584" y="1358652"/>
            <a:ext cx="2582317" cy="1941612"/>
          </a:xfrm>
          <a:prstGeom prst="roundRect">
            <a:avLst>
              <a:gd name="adj" fmla="val 5233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077396" y="1358652"/>
            <a:ext cx="0" cy="1941612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8910" y="1536353"/>
            <a:ext cx="222287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fairmind-code-review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78910" y="1850678"/>
            <a:ext cx="2222876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 Three-layer verification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78910" y="2083743"/>
            <a:ext cx="2179290" cy="67002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17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Plan vs Journal</a:t>
            </a:r>
            <a:endParaRPr lang="en-US" sz="900" dirty="0"/>
          </a:p>
          <a:p>
            <a:pPr algn="l" marL="114300" indent="-114300">
              <a:lnSpc>
                <a:spcPts val="117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Requirements check</a:t>
            </a:r>
            <a:endParaRPr lang="en-US" sz="900" dirty="0"/>
          </a:p>
          <a:p>
            <a:pPr algn="l" marL="114300" indent="-114300">
              <a:lnSpc>
                <a:spcPts val="117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Cross-repo validation</a:t>
            </a:r>
            <a:endParaRPr lang="en-US" sz="900" dirty="0"/>
          </a:p>
          <a:p>
            <a:pPr algn="l" marL="114300" indent="-114300">
              <a:lnSpc>
                <a:spcPts val="117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Review report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78910" y="2829967"/>
            <a:ext cx="2179290" cy="292596"/>
          </a:xfrm>
          <a:prstGeom prst="roundRect">
            <a:avLst>
              <a:gd name="adj" fmla="val 17362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05860" y="2906167"/>
            <a:ext cx="1963897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Requires: fairmind-context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76312"/>
            <a:ext cx="9144000" cy="0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28600"/>
            <a:ext cx="829066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Workflows Enabled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7950" y="1203275"/>
            <a:ext cx="4213175" cy="731193"/>
          </a:xfrm>
          <a:prstGeom prst="roundRect">
            <a:avLst>
              <a:gd name="adj" fmla="val 13895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1203275"/>
            <a:ext cx="0" cy="731193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9875" y="1317575"/>
            <a:ext cx="40156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Adaptation Flow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9875" y="1539776"/>
            <a:ext cx="4015689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Fairmind plan </a:t>
            </a:r>
            <a:pPr algn="l" indent="0" marL="0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Atlas analysis </a:t>
            </a:r>
            <a:pPr algn="l" indent="0" marL="0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 packages </a:t>
            </a:r>
            <a:pPr algn="l" indent="0" marL="0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Execution </a:t>
            </a:r>
            <a:pPr algn="l" indent="0" marL="0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Journal tracking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7950" y="2061418"/>
            <a:ext cx="4213175" cy="731193"/>
          </a:xfrm>
          <a:prstGeom prst="roundRect">
            <a:avLst>
              <a:gd name="adj" fmla="val 13895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31763" y="2061418"/>
            <a:ext cx="0" cy="731193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9875" y="2175718"/>
            <a:ext cx="40156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Context-First Development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9875" y="2397919"/>
            <a:ext cx="4015689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fairmind-context </a:t>
            </a:r>
            <a:pPr algn="l" indent="0" marL="0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Gather context (project, session, task, tests) </a:t>
            </a:r>
            <a:pPr algn="l" indent="0" marL="0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7950" y="2919561"/>
            <a:ext cx="4213175" cy="731193"/>
          </a:xfrm>
          <a:prstGeom prst="roundRect">
            <a:avLst>
              <a:gd name="adj" fmla="val 13895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31763" y="2919561"/>
            <a:ext cx="0" cy="731193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875" y="3033861"/>
            <a:ext cx="40156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Test-Driven with Alignment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9875" y="3256062"/>
            <a:ext cx="4015689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criteria </a:t>
            </a:r>
            <a:pPr algn="l" indent="0" marL="0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Tests (RED) </a:t>
            </a:r>
            <a:pPr algn="l" indent="0" marL="0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Implementation (GREEN) </a:t>
            </a:r>
            <a:pPr algn="l" indent="0" marL="0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Refactor </a:t>
            </a:r>
            <a:pPr algn="l" indent="0" marL="0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Journal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7950" y="3777704"/>
            <a:ext cx="4213175" cy="731193"/>
          </a:xfrm>
          <a:prstGeom prst="roundRect">
            <a:avLst>
              <a:gd name="adj" fmla="val 13895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31763" y="3777704"/>
            <a:ext cx="0" cy="731193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875" y="3892004"/>
            <a:ext cx="40156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Three-Layer Review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9875" y="4114205"/>
            <a:ext cx="4015689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Plan-Journal check </a:t>
            </a:r>
            <a:pPr algn="l" indent="0" marL="0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Requirements check </a:t>
            </a:r>
            <a:pPr algn="l" indent="0" marL="0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Cross-repo validation </a:t>
            </a:r>
            <a:pPr algn="l" indent="0" marL="0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 report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79302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55489"/>
            <a:ext cx="9144000" cy="0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3901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Architecture &amp; Value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7950" y="1358652"/>
            <a:ext cx="3657600" cy="1422499"/>
          </a:xfrm>
          <a:prstGeom prst="roundRect">
            <a:avLst>
              <a:gd name="adj" fmla="val 7142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1511052"/>
            <a:ext cx="3419856" cy="111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Fairmind Plan </a:t>
            </a:r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1760"/>
              </a:lnSpc>
              <a:buNone/>
            </a:pP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Atlas Adaptation 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1760"/>
              </a:lnSpc>
              <a:buNone/>
            </a:pP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Agent Implementation 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1760"/>
              </a:lnSpc>
              <a:buNone/>
            </a:pP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Journals 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1760"/>
              </a:lnSpc>
              <a:buNone/>
            </a:pP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 Reports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950" y="3009751"/>
            <a:ext cx="3657600" cy="1583680"/>
          </a:xfrm>
          <a:prstGeom prst="roundRect">
            <a:avLst>
              <a:gd name="adj" fmla="val 6415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31763" y="3009751"/>
            <a:ext cx="0" cy="1583680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6075" y="3200251"/>
            <a:ext cx="32935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Fairmind MCP Tools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6075" y="3539877"/>
            <a:ext cx="3228975" cy="81230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(13): Projects, sessions, documents, RAG</a:t>
            </a:r>
            <a:endParaRPr lang="en-US" sz="1000" dirty="0"/>
          </a:p>
          <a:p>
            <a:pPr algn="l" marL="114300" indent="-1143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(21): Needs, stories, tasks, requirements, tests</a:t>
            </a:r>
            <a:endParaRPr lang="en-US" sz="1000" dirty="0"/>
          </a:p>
          <a:p>
            <a:pPr algn="l" marL="114300" indent="-1143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(6): Cross-repo discovery and integration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46550" y="1358652"/>
            <a:ext cx="4089499" cy="2091333"/>
          </a:xfrm>
          <a:prstGeom prst="roundRect">
            <a:avLst>
              <a:gd name="adj" fmla="val 4858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570363" y="1358652"/>
            <a:ext cx="0" cy="2091333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4675" y="1549152"/>
            <a:ext cx="37340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Delivered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84675" y="1888778"/>
            <a:ext cx="3660874" cy="1319957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traceability from requirements to code</a:t>
            </a:r>
            <a:endParaRPr lang="en-US" sz="1000" dirty="0"/>
          </a:p>
          <a:p>
            <a:pPr algn="l" marL="114300" indent="-1143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quality gates (QA, Security, Code Review)</a:t>
            </a:r>
            <a:endParaRPr lang="en-US" sz="1000" dirty="0"/>
          </a:p>
          <a:p>
            <a:pPr algn="l" marL="114300" indent="-1143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scope creep via plan adherence</a:t>
            </a:r>
            <a:endParaRPr lang="en-US" sz="1000" dirty="0"/>
          </a:p>
          <a:p>
            <a:pPr algn="l" marL="114300" indent="-1143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Cross-service integration support</a:t>
            </a:r>
            <a:endParaRPr lang="en-US" sz="1000" dirty="0"/>
          </a:p>
          <a:p>
            <a:pPr algn="l" marL="114300" indent="-1143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collaboration with clear handoffs</a:t>
            </a:r>
            <a:endParaRPr lang="en-US" sz="1000" dirty="0"/>
          </a:p>
          <a:p>
            <a:pPr algn="l" marL="114300" indent="-1143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Journal-based progress tracking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Fairmind-Claude Code Integration</dc:title>
  <dc:subject>PptxGenJS Presentation</dc:subject>
  <dc:creator>Fairmind</dc:creator>
  <cp:lastModifiedBy>Fairmind</cp:lastModifiedBy>
  <cp:revision>1</cp:revision>
  <dcterms:created xsi:type="dcterms:W3CDTF">2025-10-28T18:10:32Z</dcterms:created>
  <dcterms:modified xsi:type="dcterms:W3CDTF">2025-10-28T18:10:32Z</dcterms:modified>
</cp:coreProperties>
</file>